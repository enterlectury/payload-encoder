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9144000" cy="51435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731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 Payload Encoder &amp; Obfuscation Framework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 bwMode="auto">
          <a:xfrm>
            <a:off x="5943600" y="73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ADITYA KUMAR</a:t>
            </a:r>
            <a:endParaRPr sz="1400" b="1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 bwMode="auto">
          <a:xfrm>
            <a:off x="365760" y="685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About Me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 bwMode="auto">
          <a:xfrm>
            <a:off x="365760" y="1097280"/>
            <a:ext cx="841248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36576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Internship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 bwMode="auto">
          <a:xfrm>
            <a:off x="365760" y="14447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UnifiedMentor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 bwMode="auto">
          <a:xfrm>
            <a:off x="365760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Course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 bwMode="auto">
          <a:xfrm>
            <a:off x="365760" y="19751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Cybersecurity Internship (6 Months)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 bwMode="auto">
          <a:xfrm>
            <a:off x="365760" y="2267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Duration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 bwMode="auto">
          <a:xfrm>
            <a:off x="365760" y="25054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01/11/2025 – April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 bwMode="auto">
          <a:xfrm>
            <a:off x="365760" y="27980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Intern ID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 bwMode="auto">
          <a:xfrm>
            <a:off x="365760" y="3035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UMID14102561484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 bwMode="auto">
          <a:xfrm>
            <a:off x="365760" y="3328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Email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 bwMode="auto">
          <a:xfrm>
            <a:off x="365760" y="35661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rank1aditya@gmail.com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 bwMode="auto">
          <a:xfrm>
            <a:off x="365760" y="3858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GitHub Repo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 bwMode="auto">
          <a:xfrm>
            <a:off x="365760" y="40965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github.com/enterlectury/payload-encoder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 bwMode="auto">
          <a:xfrm>
            <a:off x="4480560" y="640080"/>
            <a:ext cx="10973" cy="42976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 bwMode="auto">
          <a:xfrm>
            <a:off x="4663440" y="6858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Project Summary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 bwMode="auto">
          <a:xfrm>
            <a:off x="365760" y="1097280"/>
            <a:ext cx="841248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 bwMode="auto">
          <a:xfrm>
            <a:off x="4663440" y="11887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A Python framework to encode and obfuscate test payloads, then simulate signature-based detection to measure evasion effectiveness. Built for red team education and defensive research.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 bwMode="auto">
          <a:xfrm>
            <a:off x="4663440" y="2121408"/>
            <a:ext cx="987552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 bwMode="auto">
          <a:xfrm>
            <a:off x="4663440" y="2157984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87.5%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 bwMode="auto">
          <a:xfrm>
            <a:off x="4663440" y="252374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Bypass Rate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 bwMode="auto">
          <a:xfrm>
            <a:off x="5742432" y="2121408"/>
            <a:ext cx="987552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 bwMode="auto">
          <a:xfrm>
            <a:off x="5742432" y="2157984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7 / 8</a:t>
            </a:r>
            <a:endParaRPr lang="en-US" sz="1700"/>
          </a:p>
        </p:txBody>
      </p:sp>
      <p:sp>
        <p:nvSpPr>
          <p:cNvPr id="28" name="Text 26"/>
          <p:cNvSpPr/>
          <p:nvPr/>
        </p:nvSpPr>
        <p:spPr bwMode="auto">
          <a:xfrm>
            <a:off x="5742432" y="252374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 bwMode="auto">
          <a:xfrm>
            <a:off x="6821424" y="2121408"/>
            <a:ext cx="987552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 bwMode="auto">
          <a:xfrm>
            <a:off x="6821424" y="2157984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700"/>
          </a:p>
        </p:txBody>
      </p:sp>
      <p:sp>
        <p:nvSpPr>
          <p:cNvPr id="31" name="Text 29"/>
          <p:cNvSpPr/>
          <p:nvPr/>
        </p:nvSpPr>
        <p:spPr bwMode="auto">
          <a:xfrm>
            <a:off x="6821424" y="252374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Variants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 bwMode="auto">
          <a:xfrm>
            <a:off x="7900416" y="2121408"/>
            <a:ext cx="987552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 bwMode="auto">
          <a:xfrm>
            <a:off x="7900416" y="2157984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700"/>
          </a:p>
        </p:txBody>
      </p:sp>
      <p:sp>
        <p:nvSpPr>
          <p:cNvPr id="34" name="Text 32"/>
          <p:cNvSpPr/>
          <p:nvPr/>
        </p:nvSpPr>
        <p:spPr bwMode="auto">
          <a:xfrm>
            <a:off x="7900416" y="252374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Modules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 bwMode="auto">
          <a:xfrm>
            <a:off x="4663440" y="30906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Run command: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 bwMode="auto">
          <a:xfrm>
            <a:off x="4663440" y="3337560"/>
            <a:ext cx="420624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7" name="Text 35"/>
          <p:cNvSpPr/>
          <p:nvPr/>
        </p:nvSpPr>
        <p:spPr bwMode="auto">
          <a:xfrm>
            <a:off x="4754880" y="33649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FF88"/>
                </a:solidFill>
                <a:latin typeface="Consolas"/>
                <a:ea typeface="Consolas"/>
                <a:cs typeface="Consolas"/>
              </a:rPr>
              <a:t>$ python3 payload_encoder.py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 bwMode="auto">
          <a:xfrm>
            <a:off x="4663440" y="3858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Source / Repo: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 bwMode="auto">
          <a:xfrm>
            <a:off x="4663440" y="40965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56DB"/>
                </a:solidFill>
                <a:latin typeface="Calibri"/>
                <a:ea typeface="Calibri"/>
                <a:cs typeface="Calibri"/>
              </a:rPr>
              <a:t>https://github.com/enterlectury/payload-encoder/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 bwMode="auto">
          <a:xfrm>
            <a:off x="0" y="4892039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/ Project Overview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5836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What is this project?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 bwMode="auto">
          <a:xfrm>
            <a:off x="365760" y="1170432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This project builds a Python-based framework that takes a raw payload (like a shell command), applies multiple encoding and obfuscation techniques, then tests whether a simulated signature-based scanner can detect it. It shows how attackers hide malicious content — and how defenders can improve detection.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 bwMode="auto">
          <a:xfrm>
            <a:off x="365760" y="1993392"/>
            <a:ext cx="841248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365760" y="2103120"/>
            <a:ext cx="1993392" cy="2651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 bwMode="auto">
          <a:xfrm>
            <a:off x="457200" y="21762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A.  Encoding Module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 bwMode="auto">
          <a:xfrm>
            <a:off x="457200" y="26517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Base64 encoding &amp; decoding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 bwMode="auto">
          <a:xfrm>
            <a:off x="457200" y="31089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XOR encryption (user-defined key)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 bwMode="auto">
          <a:xfrm>
            <a:off x="457200" y="35661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ROT13 substitution cipher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 bwMode="auto">
          <a:xfrm>
            <a:off x="2487168" y="2103120"/>
            <a:ext cx="1993392" cy="2651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2578608" y="21762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B.  Obfuscation Module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 bwMode="auto">
          <a:xfrm>
            <a:off x="2578608" y="26517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Random character insertion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 bwMode="auto">
          <a:xfrm>
            <a:off x="2578608" y="31089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Character splitting &amp; concatenation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 bwMode="auto">
          <a:xfrm>
            <a:off x="2578608" y="35661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Escape-sequence obfuscation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 bwMode="auto">
          <a:xfrm>
            <a:off x="4608576" y="2103120"/>
            <a:ext cx="1993392" cy="2651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 bwMode="auto">
          <a:xfrm>
            <a:off x="4700016" y="21762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C.  Evasion Testing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 bwMode="auto">
          <a:xfrm>
            <a:off x="4700016" y="26517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Compare against signature list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 bwMode="auto">
          <a:xfrm>
            <a:off x="4700016" y="31089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Measure detection success/failure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 bwMode="auto">
          <a:xfrm>
            <a:off x="4700016" y="35661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Highlight effective techniques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 bwMode="auto">
          <a:xfrm>
            <a:off x="6729984" y="2103120"/>
            <a:ext cx="1993392" cy="26517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 bwMode="auto">
          <a:xfrm>
            <a:off x="6821424" y="21762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D.  Reporting Engine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 bwMode="auto">
          <a:xfrm>
            <a:off x="6821424" y="26517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List encoded outputs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 bwMode="auto">
          <a:xfrm>
            <a:off x="6821424" y="31089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Behavior comparison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 bwMode="auto">
          <a:xfrm>
            <a:off x="6821424" y="35661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• Evasion insights + bypass rate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 bwMode="auto"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/ Workflow &amp; Architecture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583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Step-by-step execution flow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 bwMode="auto">
          <a:xfrm>
            <a:off x="365760" y="1225296"/>
            <a:ext cx="9144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365760" y="12252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1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 bwMode="auto">
          <a:xfrm>
            <a:off x="621792" y="1682496"/>
            <a:ext cx="402336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 bwMode="auto">
          <a:xfrm>
            <a:off x="621792" y="1682496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 bwMode="auto">
          <a:xfrm>
            <a:off x="1417320" y="1170432"/>
            <a:ext cx="7360920" cy="62179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1554480" y="1225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Input Payload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 bwMode="auto">
          <a:xfrm>
            <a:off x="1554480" y="14813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Raw script, shellcode, or text string loaded into the framework.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 bwMode="auto">
          <a:xfrm>
            <a:off x="365760" y="1975104"/>
            <a:ext cx="9144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365760" y="19751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2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 bwMode="auto">
          <a:xfrm>
            <a:off x="621792" y="2432303"/>
            <a:ext cx="402336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621792" y="2432303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 bwMode="auto">
          <a:xfrm>
            <a:off x="1417320" y="1920240"/>
            <a:ext cx="7360920" cy="62179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155448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Encoder Selection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 bwMode="auto">
          <a:xfrm>
            <a:off x="1554480" y="223113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Choose Base64, XOR (key=42), ROT13, or apply multiple layers.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 bwMode="auto">
          <a:xfrm>
            <a:off x="365760" y="2724911"/>
            <a:ext cx="9144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 bwMode="auto">
          <a:xfrm>
            <a:off x="365760" y="2724911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3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 bwMode="auto">
          <a:xfrm>
            <a:off x="621792" y="3182112"/>
            <a:ext cx="402336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 bwMode="auto">
          <a:xfrm>
            <a:off x="621792" y="318211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 bwMode="auto">
          <a:xfrm>
            <a:off x="1417320" y="2670048"/>
            <a:ext cx="7360920" cy="62179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 bwMode="auto">
          <a:xfrm>
            <a:off x="1554480" y="2724911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Apply String Obfuscation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 bwMode="auto">
          <a:xfrm>
            <a:off x="1554480" y="298094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Generate obfuscated versions: reversed, char-split, hex escape, junk inserted.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 bwMode="auto">
          <a:xfrm>
            <a:off x="365760" y="3474720"/>
            <a:ext cx="9144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 bwMode="auto">
          <a:xfrm>
            <a:off x="36576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4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 bwMode="auto">
          <a:xfrm>
            <a:off x="621792" y="3931920"/>
            <a:ext cx="402336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 bwMode="auto">
          <a:xfrm>
            <a:off x="621792" y="3931920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 bwMode="auto">
          <a:xfrm>
            <a:off x="1417320" y="3419856"/>
            <a:ext cx="7360920" cy="62179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 bwMode="auto">
          <a:xfrm>
            <a:off x="155448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Evasion Testing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 bwMode="auto">
          <a:xfrm>
            <a:off x="1554480" y="37307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Compare each variant against 17 simulated signature checks. Record detection/bypass.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 bwMode="auto">
          <a:xfrm>
            <a:off x="365760" y="4224528"/>
            <a:ext cx="9144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 bwMode="auto">
          <a:xfrm>
            <a:off x="365760" y="42245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5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 bwMode="auto">
          <a:xfrm>
            <a:off x="1417320" y="4169664"/>
            <a:ext cx="7360920" cy="62179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 bwMode="auto">
          <a:xfrm>
            <a:off x="1554480" y="4224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Output &amp; Reporting</a:t>
            </a:r>
            <a:endParaRPr lang="en-US" sz="1300"/>
          </a:p>
        </p:txBody>
      </p:sp>
      <p:sp>
        <p:nvSpPr>
          <p:cNvPr id="37" name="Text 35"/>
          <p:cNvSpPr/>
          <p:nvPr/>
        </p:nvSpPr>
        <p:spPr bwMode="auto">
          <a:xfrm>
            <a:off x="1554480" y="44805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Store encoded payloads, calculate bypass rate, generate final report file.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 / Encoding Module — Base64 · XOR · ROT13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Three encoding techniques applied to the payload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 bwMode="auto">
          <a:xfrm>
            <a:off x="365760" y="1115568"/>
            <a:ext cx="4389120" cy="106070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512064" y="12070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Base64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 bwMode="auto">
          <a:xfrm>
            <a:off x="512064" y="151790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Converts payload bytes to printable ASCII. Uses Python's base64 library. decode_base64() restores original.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 bwMode="auto">
          <a:xfrm>
            <a:off x="365760" y="2286000"/>
            <a:ext cx="4389120" cy="106070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512064" y="2377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XOR (key=42)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 bwMode="auto">
          <a:xfrm>
            <a:off x="512064" y="26883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XORs every character's ASCII code with key 42. Returns hex string. Same key decodes it back — XOR is self-inverse.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 bwMode="auto">
          <a:xfrm>
            <a:off x="365760" y="3456432"/>
            <a:ext cx="4389120" cy="106070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 bwMode="auto">
          <a:xfrm>
            <a:off x="512064" y="35478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ROT13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 bwMode="auto">
          <a:xfrm>
            <a:off x="512064" y="385876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Shifts each letter 13 positions using codecs.encode(payload, 'rot_13'). Applying ROT13 twice = original string.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 bwMode="auto">
          <a:xfrm>
            <a:off x="4937760" y="274145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[ Screenshot — Step 1 &amp; Step 2 terminal output ]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16" name="Text 14"/>
          <p:cNvSpPr/>
          <p:nvPr/>
        </p:nvSpPr>
        <p:spPr bwMode="auto">
          <a:xfrm>
            <a:off x="4983480" y="4864607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  <p:pic>
        <p:nvPicPr>
          <p:cNvPr id="94395754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0" flipH="0" flipV="0">
            <a:off x="4754880" y="1110412"/>
            <a:ext cx="4472155" cy="1267027"/>
          </a:xfrm>
          <a:prstGeom prst="rect">
            <a:avLst/>
          </a:prstGeom>
        </p:spPr>
      </p:pic>
      <p:pic>
        <p:nvPicPr>
          <p:cNvPr id="1577247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54880" y="3361037"/>
            <a:ext cx="4389120" cy="12332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 / Obfuscation Module — String Mutation Techniques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Four obfuscation techniques applied after encoding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 bwMode="auto">
          <a:xfrm>
            <a:off x="365760" y="1115568"/>
            <a:ext cx="5029200" cy="78638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512064" y="11704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Reverse String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 bwMode="auto">
          <a:xfrm>
            <a:off x="512064" y="146304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A56DB"/>
                </a:solidFill>
                <a:latin typeface="Consolas"/>
                <a:ea typeface="Consolas"/>
                <a:cs typeface="Consolas"/>
              </a:rPr>
              <a:t>Code:  payload[::-1]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 bwMode="auto">
          <a:xfrm>
            <a:off x="512064" y="16459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88888"/>
                </a:solidFill>
                <a:latin typeface="Consolas"/>
                <a:ea typeface="Consolas"/>
                <a:cs typeface="Consolas"/>
              </a:rPr>
              <a:t>→  llehs_esrever hs/nib/ ;)daolyap(cexe...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 bwMode="auto">
          <a:xfrm>
            <a:off x="365760" y="2011680"/>
            <a:ext cx="5029200" cy="78638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 bwMode="auto">
          <a:xfrm>
            <a:off x="512064" y="20665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ASCII Char Split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 bwMode="auto">
          <a:xfrm>
            <a:off x="512064" y="235915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A56DB"/>
                </a:solidFill>
                <a:latin typeface="Consolas"/>
                <a:ea typeface="Consolas"/>
                <a:cs typeface="Consolas"/>
              </a:rPr>
              <a:t>Code:  '-'.join(str(ord(c)) for c in p)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 bwMode="auto">
          <a:xfrm>
            <a:off x="512064" y="254203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88888"/>
                </a:solidFill>
                <a:latin typeface="Consolas"/>
                <a:ea typeface="Consolas"/>
                <a:cs typeface="Consolas"/>
              </a:rPr>
              <a:t>→  112-111-119-101-114-115-104-101...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 bwMode="auto">
          <a:xfrm>
            <a:off x="365760" y="2907792"/>
            <a:ext cx="5029200" cy="78638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512064" y="29626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Hex Escape Sequence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 bwMode="auto">
          <a:xfrm>
            <a:off x="512064" y="32552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A56DB"/>
                </a:solidFill>
                <a:latin typeface="Consolas"/>
                <a:ea typeface="Consolas"/>
                <a:cs typeface="Consolas"/>
              </a:rPr>
              <a:t>Code:  '\x{:02x}'.format(ord(c))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 bwMode="auto">
          <a:xfrm>
            <a:off x="512064" y="34381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88888"/>
                </a:solidFill>
                <a:latin typeface="Consolas"/>
                <a:ea typeface="Consolas"/>
                <a:cs typeface="Consolas"/>
              </a:rPr>
              <a:t>→  \x70\x6f\x77\x65\x72\x73...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 bwMode="auto">
          <a:xfrm>
            <a:off x="365760" y="3803904"/>
            <a:ext cx="5029200" cy="78638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 bwMode="auto">
          <a:xfrm>
            <a:off x="512064" y="3858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Random Junk Insertion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 bwMode="auto">
          <a:xfrm>
            <a:off x="512064" y="415137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A56DB"/>
                </a:solidFill>
                <a:latin typeface="Consolas"/>
                <a:ea typeface="Consolas"/>
                <a:cs typeface="Consolas"/>
              </a:rPr>
              <a:t>Code:  insert |x| marker every 4 chars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 bwMode="auto">
          <a:xfrm>
            <a:off x="512064" y="43342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88888"/>
                </a:solidFill>
                <a:latin typeface="Consolas"/>
                <a:ea typeface="Consolas"/>
                <a:cs typeface="Consolas"/>
              </a:rPr>
              <a:t>→  powe|p|rshe|g|ll -|d|nop |m|...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 bwMode="auto">
          <a:xfrm>
            <a:off x="5577840" y="1078992"/>
            <a:ext cx="3246120" cy="3566160"/>
          </a:xfrm>
          <a:prstGeom prst="rect">
            <a:avLst/>
          </a:prstGeom>
          <a:solidFill>
            <a:srgbClr val="F9F9F9"/>
          </a:solidFill>
          <a:ln w="19050">
            <a:solidFill>
              <a:srgbClr val="CCCCCC"/>
            </a:solidFill>
            <a:prstDash val="dash"/>
          </a:ln>
        </p:spPr>
      </p:sp>
      <p:sp>
        <p:nvSpPr>
          <p:cNvPr id="22" name="Text 20"/>
          <p:cNvSpPr/>
          <p:nvPr/>
        </p:nvSpPr>
        <p:spPr bwMode="auto">
          <a:xfrm>
            <a:off x="5532120" y="107899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[ Screenshot — Step 3 terminal output ]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3" name="Text 21"/>
          <p:cNvSpPr/>
          <p:nvPr/>
        </p:nvSpPr>
        <p:spPr bwMode="auto">
          <a:xfrm>
            <a:off x="365760" y="488289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  <p:pic>
        <p:nvPicPr>
          <p:cNvPr id="206973910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5399999" flipH="0" flipV="0">
            <a:off x="5614585" y="2254233"/>
            <a:ext cx="3327405" cy="1454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 / Evasion Testing Results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40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Signature scanner vs. obfuscated variants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 bwMode="auto">
          <a:xfrm>
            <a:off x="365760" y="1078992"/>
            <a:ext cx="320040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 bwMode="auto">
          <a:xfrm>
            <a:off x="3566160" y="1078992"/>
            <a:ext cx="128016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365760" y="107899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 bwMode="auto">
          <a:xfrm>
            <a:off x="3566160" y="10789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 bwMode="auto">
          <a:xfrm>
            <a:off x="365760" y="1389888"/>
            <a:ext cx="320040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 bwMode="auto">
          <a:xfrm>
            <a:off x="3566160" y="1389888"/>
            <a:ext cx="128016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457200" y="1444752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Original Payload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 bwMode="auto">
          <a:xfrm>
            <a:off x="3566160" y="14447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DETECTED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 bwMode="auto">
          <a:xfrm>
            <a:off x="365760" y="1810512"/>
            <a:ext cx="3200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 bwMode="auto">
          <a:xfrm>
            <a:off x="3566160" y="1810512"/>
            <a:ext cx="128016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457200" y="1865376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Base64 Encoded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 bwMode="auto">
          <a:xfrm>
            <a:off x="3566160" y="18653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 bwMode="auto">
          <a:xfrm>
            <a:off x="365760" y="2231136"/>
            <a:ext cx="3200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 bwMode="auto">
          <a:xfrm>
            <a:off x="3566160" y="2231136"/>
            <a:ext cx="128016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 bwMode="auto">
          <a:xfrm>
            <a:off x="457200" y="2286000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XOR Encoded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 bwMode="auto">
          <a:xfrm>
            <a:off x="3566160" y="2286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 bwMode="auto">
          <a:xfrm>
            <a:off x="365760" y="2651760"/>
            <a:ext cx="3200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 bwMode="auto">
          <a:xfrm>
            <a:off x="3566160" y="2651760"/>
            <a:ext cx="128016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 bwMode="auto">
          <a:xfrm>
            <a:off x="457200" y="2706624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ROT13 Encoded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 bwMode="auto">
          <a:xfrm>
            <a:off x="3566160" y="27066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 bwMode="auto">
          <a:xfrm>
            <a:off x="365760" y="3072384"/>
            <a:ext cx="3200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 bwMode="auto">
          <a:xfrm>
            <a:off x="3566160" y="3072384"/>
            <a:ext cx="128016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 bwMode="auto">
          <a:xfrm>
            <a:off x="457200" y="3127248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Reversed String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 bwMode="auto">
          <a:xfrm>
            <a:off x="3566160" y="31272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 bwMode="auto">
          <a:xfrm>
            <a:off x="365760" y="3493008"/>
            <a:ext cx="3200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 bwMode="auto">
          <a:xfrm>
            <a:off x="3566160" y="3493008"/>
            <a:ext cx="128016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 bwMode="auto">
          <a:xfrm>
            <a:off x="457200" y="3547872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ASCII Char Split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 bwMode="auto">
          <a:xfrm>
            <a:off x="3566160" y="35478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 bwMode="auto">
          <a:xfrm>
            <a:off x="365760" y="3913632"/>
            <a:ext cx="3200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 bwMode="auto">
          <a:xfrm>
            <a:off x="3566160" y="3913632"/>
            <a:ext cx="128016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 bwMode="auto">
          <a:xfrm>
            <a:off x="457200" y="3968496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Hex Escape Sequence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 bwMode="auto">
          <a:xfrm>
            <a:off x="3566160" y="39684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 bwMode="auto">
          <a:xfrm>
            <a:off x="365760" y="4334256"/>
            <a:ext cx="3200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 bwMode="auto">
          <a:xfrm>
            <a:off x="3566160" y="4334256"/>
            <a:ext cx="128016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 bwMode="auto">
          <a:xfrm>
            <a:off x="457200" y="4389120"/>
            <a:ext cx="301751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Random Junk Inserted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 bwMode="auto">
          <a:xfrm>
            <a:off x="3566160" y="4389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BYPASSED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 bwMode="auto">
          <a:xfrm>
            <a:off x="365760" y="4736592"/>
            <a:ext cx="4480560" cy="310896"/>
          </a:xfrm>
          <a:prstGeom prst="rect">
            <a:avLst/>
          </a:prstGeom>
          <a:solidFill>
            <a:srgbClr val="DCFC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 bwMode="auto">
          <a:xfrm>
            <a:off x="457200" y="4754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Bypass Rate:  87.5%  —  7 out of 8 variants bypassed detection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 bwMode="auto">
          <a:xfrm>
            <a:off x="5074920" y="1024128"/>
            <a:ext cx="3749040" cy="4023360"/>
          </a:xfrm>
          <a:prstGeom prst="rect">
            <a:avLst/>
          </a:prstGeom>
          <a:solidFill>
            <a:srgbClr val="F9F9F9"/>
          </a:solidFill>
          <a:ln w="19050">
            <a:solidFill>
              <a:srgbClr val="CCCCCC"/>
            </a:solidFill>
            <a:prstDash val="dash"/>
          </a:ln>
        </p:spPr>
      </p:sp>
      <p:sp>
        <p:nvSpPr>
          <p:cNvPr id="44" name="Text 42"/>
          <p:cNvSpPr/>
          <p:nvPr/>
        </p:nvSpPr>
        <p:spPr bwMode="auto">
          <a:xfrm>
            <a:off x="5074920" y="11887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[ Screenshot — Step 4 evasion test output ]</a:t>
            </a:r>
            <a:endParaRPr sz="1100">
              <a:solidFill>
                <a:schemeClr val="tx1"/>
              </a:solidFill>
            </a:endParaRPr>
          </a:p>
        </p:txBody>
      </p:sp>
      <p:pic>
        <p:nvPicPr>
          <p:cNvPr id="109112570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074920" y="1686564"/>
            <a:ext cx="3749040" cy="21173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 / Generated Report — evasion_report.txt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40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Auto-generated after every run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 bwMode="auto">
          <a:xfrm>
            <a:off x="365760" y="1078992"/>
            <a:ext cx="4937760" cy="3749040"/>
          </a:xfrm>
          <a:prstGeom prst="rect">
            <a:avLst/>
          </a:prstGeom>
          <a:solidFill>
            <a:srgbClr val="F9F9F9"/>
          </a:solidFill>
          <a:ln w="1905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 bwMode="auto">
          <a:xfrm>
            <a:off x="365760" y="107899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[ Screenshot — evasion_report.txt full output ]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7" name="Text 5"/>
          <p:cNvSpPr/>
          <p:nvPr/>
        </p:nvSpPr>
        <p:spPr bwMode="auto">
          <a:xfrm>
            <a:off x="5532120" y="1078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Report contains: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 bwMode="auto">
          <a:xfrm>
            <a:off x="5532120" y="1508759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Date &amp; Time: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 bwMode="auto">
          <a:xfrm>
            <a:off x="7132320" y="1508759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Timestamped on every run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 bwMode="auto">
          <a:xfrm>
            <a:off x="5532120" y="1965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Original Payload: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 bwMode="auto">
          <a:xfrm>
            <a:off x="7132320" y="1965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Stored at top of report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 bwMode="auto">
          <a:xfrm>
            <a:off x="5532120" y="2423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Total Tested: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 bwMode="auto">
          <a:xfrm>
            <a:off x="7132320" y="2423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Count of all variants run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 bwMode="auto">
          <a:xfrm>
            <a:off x="5532120" y="2880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Detected: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 bwMode="auto">
          <a:xfrm>
            <a:off x="7132320" y="2880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How many were caught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 bwMode="auto">
          <a:xfrm>
            <a:off x="5532120" y="3337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Bypassed: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 bwMode="auto">
          <a:xfrm>
            <a:off x="7132320" y="3337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How many evaded scanner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 bwMode="auto">
          <a:xfrm>
            <a:off x="5532120" y="37947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Bypass Rate: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 bwMode="auto">
          <a:xfrm>
            <a:off x="7132320" y="3794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Calculated as percentage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 bwMode="auto">
          <a:xfrm>
            <a:off x="5532120" y="4251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Per-Method: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 bwMode="auto">
          <a:xfrm>
            <a:off x="7132320" y="4251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Result + matched signatures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 bwMode="auto">
          <a:xfrm>
            <a:off x="5532120" y="4709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Saved to Disk: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 bwMode="auto">
          <a:xfrm>
            <a:off x="7132320" y="4709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Written to evasion_report.txt</a:t>
            </a:r>
            <a:endParaRPr lang="en-US" sz="1100"/>
          </a:p>
        </p:txBody>
      </p:sp>
      <p:pic>
        <p:nvPicPr>
          <p:cNvPr id="24323619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59548" y="1408176"/>
            <a:ext cx="3833247" cy="36128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 / Tools Used &amp; Learning Outcomes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Technologies used &amp; what this project teaches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 bwMode="auto">
          <a:xfrm>
            <a:off x="365760" y="11155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Tools &amp; Libraries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 bwMode="auto">
          <a:xfrm>
            <a:off x="365760" y="1463040"/>
            <a:ext cx="841248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365760" y="1554480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 bwMode="auto">
          <a:xfrm>
            <a:off x="502920" y="1627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Python 3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 bwMode="auto">
          <a:xfrm>
            <a:off x="1920240" y="1627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Primary programming language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 bwMode="auto">
          <a:xfrm>
            <a:off x="365760" y="2066544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502920" y="2139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base64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 bwMode="auto">
          <a:xfrm>
            <a:off x="1920240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Base64 encode and decode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 bwMode="auto">
          <a:xfrm>
            <a:off x="365760" y="2578608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502920" y="2651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codecs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 bwMode="auto">
          <a:xfrm>
            <a:off x="1920240" y="2651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ROT13 cipher implementation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 bwMode="auto">
          <a:xfrm>
            <a:off x="365760" y="3090672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502920" y="31638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random, string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 bwMode="auto">
          <a:xfrm>
            <a:off x="1920240" y="3163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Random junk char generation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 bwMode="auto">
          <a:xfrm>
            <a:off x="365760" y="3602735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 bwMode="auto">
          <a:xfrm>
            <a:off x="50292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re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 bwMode="auto">
          <a:xfrm>
            <a:off x="192024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Regex to remove junk markers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 bwMode="auto">
          <a:xfrm>
            <a:off x="365760" y="4114800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 bwMode="auto">
          <a:xfrm>
            <a:off x="502920" y="4187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datetime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 bwMode="auto">
          <a:xfrm>
            <a:off x="1920240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Timestamp for report output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 bwMode="auto">
          <a:xfrm>
            <a:off x="4572000" y="1078992"/>
            <a:ext cx="10973" cy="37947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 bwMode="auto">
          <a:xfrm>
            <a:off x="4754880" y="11155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Learning Outcomes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 bwMode="auto">
          <a:xfrm>
            <a:off x="365760" y="1463040"/>
            <a:ext cx="841248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 bwMode="auto">
          <a:xfrm>
            <a:off x="4754880" y="1554480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 bwMode="auto">
          <a:xfrm>
            <a:off x="4892039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How payloads are manipulated for evasion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 bwMode="auto">
          <a:xfrm>
            <a:off x="4754880" y="2066544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 bwMode="auto">
          <a:xfrm>
            <a:off x="4892039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How obfuscation complicates malware detection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 bwMode="auto">
          <a:xfrm>
            <a:off x="4754880" y="2578608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 bwMode="auto">
          <a:xfrm>
            <a:off x="4892039" y="26700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How red teams hide malicious content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 bwMode="auto">
          <a:xfrm>
            <a:off x="4754880" y="3090672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 bwMode="auto">
          <a:xfrm>
            <a:off x="4892039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How blue teams strengthen detection rules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 bwMode="auto">
          <a:xfrm>
            <a:off x="4754880" y="3602735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 bwMode="auto">
          <a:xfrm>
            <a:off x="4892039" y="3694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Practical encoding and transformation logic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 bwMode="auto">
          <a:xfrm>
            <a:off x="4754880" y="4114800"/>
            <a:ext cx="4023360" cy="4389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 bwMode="auto">
          <a:xfrm>
            <a:off x="4892039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Python scripting for security tools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 bwMode="auto">
          <a:xfrm>
            <a:off x="365760" y="91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 / Conclusion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365760" y="6583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Summary &amp; Key Takeaway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 bwMode="auto">
          <a:xfrm>
            <a:off x="365760" y="1170432"/>
            <a:ext cx="1993392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365760" y="1225296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87.5%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 bwMode="auto">
          <a:xfrm>
            <a:off x="365760" y="16642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Bypass Rate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 bwMode="auto">
          <a:xfrm>
            <a:off x="2487168" y="1170432"/>
            <a:ext cx="1993392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2487168" y="1225296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 bwMode="auto">
          <a:xfrm>
            <a:off x="2487168" y="16642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Variants Tested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 bwMode="auto">
          <a:xfrm>
            <a:off x="4608576" y="1170432"/>
            <a:ext cx="1993392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 bwMode="auto">
          <a:xfrm>
            <a:off x="4608576" y="1225296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7 / 8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 bwMode="auto">
          <a:xfrm>
            <a:off x="4608576" y="16642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Bypassed Detection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6729984" y="1170432"/>
            <a:ext cx="1993392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 bwMode="auto">
          <a:xfrm>
            <a:off x="6729984" y="1225296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 / 8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 bwMode="auto">
          <a:xfrm>
            <a:off x="6729984" y="16642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Detected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 bwMode="auto">
          <a:xfrm>
            <a:off x="365760" y="2212848"/>
            <a:ext cx="841248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 bwMode="auto">
          <a:xfrm>
            <a:off x="365760" y="234086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Key Takeaway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 bwMode="auto">
          <a:xfrm>
            <a:off x="365760" y="2706624"/>
            <a:ext cx="8412480" cy="694944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 bwMode="auto">
          <a:xfrm>
            <a:off x="512064" y="2761488"/>
            <a:ext cx="81198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Signature-based detection alone is not enough. All 7 obfuscated variants bypassed a scanner that instantly caught the original payload. Real security tools need to layer signatures with behavioral analysis, heuristics, and sandboxing.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 bwMode="auto">
          <a:xfrm>
            <a:off x="365760" y="352958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Defensive Insights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 bwMode="auto">
          <a:xfrm>
            <a:off x="365760" y="3913632"/>
            <a:ext cx="411480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 bwMode="auto">
          <a:xfrm>
            <a:off x="475488" y="398678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Decode Base64 and hex sequences before signature scanning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 bwMode="auto">
          <a:xfrm>
            <a:off x="4617720" y="3913632"/>
            <a:ext cx="411480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 bwMode="auto">
          <a:xfrm>
            <a:off x="4727448" y="398678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Write YARA rules that also match encoded/obfuscated patterns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 bwMode="auto">
          <a:xfrm>
            <a:off x="365760" y="4389120"/>
            <a:ext cx="411480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 bwMode="auto">
          <a:xfrm>
            <a:off x="475488" y="446227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Combine signature scanning with behavioral analysis and sandboxing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 bwMode="auto">
          <a:xfrm>
            <a:off x="4617720" y="4389120"/>
            <a:ext cx="4114800" cy="402336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 bwMode="auto">
          <a:xfrm>
            <a:off x="4727448" y="446227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›  Red team knowledge directly improves blue team detection rules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 bwMode="auto"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ONLYOFFICE/7.3.3.0</Application>
  <DocSecurity>0</DocSecurity>
  <PresentationFormat>On-screen Show (16:9)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Payload Encoder &amp; Obfuscation Framework</dc:title>
  <dc:subject>PptxGenJS Presentation</dc:subject>
  <dc:creator>PptxGenJS</dc:creator>
  <cp:keywords/>
  <dc:description/>
  <dc:identifier/>
  <dc:language/>
  <cp:lastModifiedBy>tiktoknightclub@gmail.com</cp:lastModifiedBy>
  <cp:revision>3</cp:revision>
  <dcterms:created xsi:type="dcterms:W3CDTF">2026-04-22T12:12:25Z</dcterms:created>
  <dcterms:modified xsi:type="dcterms:W3CDTF">2026-04-22T12:39:18Z</dcterms:modified>
  <cp:category/>
  <cp:contentStatus/>
  <cp:version/>
</cp:coreProperties>
</file>